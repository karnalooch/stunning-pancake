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4VELO / SPORT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Platforma sportowo-rywalizacyjna B2B/B2G —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rynku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Oszustwa w rankingach bez egzekucji zasad</a:t>
            </a:r>
          </a:p>
          <a:p>
            <a:pPr>
              <a:defRPr sz="2000"/>
            </a:pPr>
            <a:r>
              <a:t>Niestabilny GPS w tle i awarie przy szczytach (~150k sesji u konkurencji)</a:t>
            </a:r>
          </a:p>
          <a:p>
            <a:pPr>
              <a:defRPr sz="2000"/>
            </a:pPr>
            <a:r>
              <a:t>Decydenci (JST, HR, kluby) nie ufają wynikom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Specjalizacja: 3 dyscypliny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Rower · Bieg · Nordic walking</a:t>
            </a:r>
          </a:p>
          <a:p>
            <a:pPr>
              <a:defRPr sz="2000"/>
            </a:pPr>
            <a:r>
              <a:t>GPS, anti-cheat i scoring pod te aktywności</a:t>
            </a:r>
          </a:p>
          <a:p>
            <a:pPr>
              <a:defRPr sz="2000"/>
            </a:pPr>
            <a:r>
              <a:t>Bez katalogu 18 dyscyplin i wellness tylko na krokach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Pozycja 4VELO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White-label multi-tenant</a:t>
            </a:r>
          </a:p>
          <a:p>
            <a:pPr>
              <a:defRPr sz="2000"/>
            </a:pPr>
            <a:r>
              <a:t>Anti-cheat 4 warstwy + publiczna polityka trust</a:t>
            </a:r>
          </a:p>
          <a:p>
            <a:pPr>
              <a:defRPr sz="2000"/>
            </a:pPr>
            <a:r>
              <a:t>Odporność mobilna (outbox) + backend scale-tested 10k–300k</a:t>
            </a:r>
          </a:p>
          <a:p>
            <a:pPr>
              <a:defRPr sz="2000"/>
            </a:pPr>
            <a:r>
              <a:t>Konsola operatora + ligi 1v1 w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Zaufanie i skala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Publiczna Anti-Cheat / Scoring Policy (URL live)</a:t>
            </a:r>
          </a:p>
          <a:p>
            <a:pPr>
              <a:defRPr sz="2000"/>
            </a:pPr>
            <a:r>
              <a:t>Runbook RSP-weekend + raport symulacji 10k–300k</a:t>
            </a:r>
          </a:p>
          <a:p>
            <a:pPr>
              <a:defRPr sz="2000"/>
            </a:pPr>
            <a:r>
              <a:t>DPIA + lista podprocesorów per tenant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ścieżki przychodu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Miasta / JST — kampanie sezonowe</a:t>
            </a:r>
          </a:p>
          <a:p>
            <a:pPr>
              <a:defRPr sz="2000"/>
            </a:pPr>
            <a:r>
              <a:t>Firmy — ligi działów / firma vs firma (HR)</a:t>
            </a:r>
          </a:p>
          <a:p>
            <a:pPr>
              <a:defRPr sz="2000"/>
            </a:pPr>
            <a:r>
              <a:t>Kluby — klub vs klub, sezony federacyjne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Piloty dowodu (90 dni)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Pilot A: 4 działy, 6 tygodni, 1 tenant</a:t>
            </a:r>
          </a:p>
          <a:p>
            <a:pPr>
              <a:defRPr sz="2000"/>
            </a:pPr>
            <a:r>
              <a:t>Pilot B: 2 kluby, 30 dni, 1v1</a:t>
            </a:r>
          </a:p>
          <a:p>
            <a:pPr>
              <a:defRPr sz="2000"/>
            </a:pPr>
            <a:r>
              <a:t>Następnie: liga wielofirmowa + case study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Następny krok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Demo 30 min · DPIA · start pilota w 2 tygodnie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