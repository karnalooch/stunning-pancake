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4VELO / SPORT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B2B/B2G sports competition platform —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Ranking cheating with no rule enforcement</a:t>
            </a:r>
          </a:p>
          <a:p>
            <a:pPr>
              <a:defRPr sz="2000"/>
            </a:pPr>
            <a:r>
              <a:t>Unstable background GPS and peak crashes (~150k sessions at competitors)</a:t>
            </a:r>
          </a:p>
          <a:p>
            <a:pPr>
              <a:defRPr sz="2000"/>
            </a:pPr>
            <a:r>
              <a:t>Buyers (local gov, HR, clubs) do not trust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Specialization: 3 disciplines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Cycling · Running · Nordic walking</a:t>
            </a:r>
          </a:p>
          <a:p>
            <a:pPr>
              <a:defRPr sz="2000"/>
            </a:pPr>
            <a:r>
              <a:t>GPS, anti-cheat and scoring built for these activities</a:t>
            </a:r>
          </a:p>
          <a:p>
            <a:pPr>
              <a:defRPr sz="2000"/>
            </a:pPr>
            <a:r>
              <a:t>No 18-discipline catalog or step-only wellness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4VELO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White-label multi-tenant</a:t>
            </a:r>
          </a:p>
          <a:p>
            <a:pPr>
              <a:defRPr sz="2000"/>
            </a:pPr>
            <a:r>
              <a:t>4-layer anti-cheat + public trust policy</a:t>
            </a:r>
          </a:p>
          <a:p>
            <a:pPr>
              <a:defRPr sz="2000"/>
            </a:pPr>
            <a:r>
              <a:t>Mobile resilience (outbox) + scale-tested backend 10k–300k</a:t>
            </a:r>
          </a:p>
          <a:p>
            <a:pPr>
              <a:defRPr sz="2000"/>
            </a:pPr>
            <a:r>
              <a:t>Operator console + 1v1 leagues in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and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Public Anti-Cheat / Scoring Policy (live URL)</a:t>
            </a:r>
          </a:p>
          <a:p>
            <a:pPr>
              <a:defRPr sz="2000"/>
            </a:pPr>
            <a:r>
              <a:t>RSP-weekend runbook + 10k–300k simulation proof</a:t>
            </a:r>
          </a:p>
          <a:p>
            <a:pPr>
              <a:defRPr sz="2000"/>
            </a:pPr>
            <a:r>
              <a:t>DPIA + per-tenant subprocessor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revenue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Cities / local government — seasonal campaigns</a:t>
            </a:r>
          </a:p>
          <a:p>
            <a:pPr>
              <a:defRPr sz="2000"/>
            </a:pPr>
            <a:r>
              <a:t>Companies — department leagues / company vs company (HR)</a:t>
            </a:r>
          </a:p>
          <a:p>
            <a:pPr>
              <a:defRPr sz="2000"/>
            </a:pPr>
            <a:r>
              <a:t>Clubs — club vs club, federation seasons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pilots (90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Pilot A: 4 departments, 6 weeks, 1 tenant</a:t>
            </a:r>
          </a:p>
          <a:p>
            <a:pPr>
              <a:defRPr sz="2000"/>
            </a:pPr>
            <a:r>
              <a:t>Pilot B: 2 clubs, 30 days, 1v1</a:t>
            </a:r>
          </a:p>
          <a:p>
            <a:pPr>
              <a:defRPr sz="2000"/>
            </a:pPr>
            <a:r>
              <a:t>Then: multi-company league + case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30-min demo · DPIA · pilot start within 2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